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sm-rcm/html/demo/preview-slides/pm-copilot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433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9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sm-rcm/html/demo/preview-slides/pm-copilot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4337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9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sm-rcm/html/demo/preview-slides/pm-copilot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433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9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sm-rcm/html/demo/preview-slides/pm-copilot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4337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9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sm-rcm/html/demo/preview-slides/pm-copilot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433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90C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sm-rcm/html/demo/preview-slides/pm-copilot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61520" cy="684337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2026-08-23T05:08:37Z</dcterms:created>
  <dcterms:modified xsi:type="dcterms:W3CDTF">2026-08-23T05:08:37Z</dcterms:modified>
</cp:coreProperties>
</file>