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D2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B2E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AMERIS  ×  TSM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Change Orders, Compliance,
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Exposure — 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0A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 Command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0A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They Cost You.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operations layer for change-order exceptions, vendor compliance, and job-cost exposure — built for how a GC actually runs a project, not how a demo does.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281160" y="246888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1B1D20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1160" y="27432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281160" y="3977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5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active project is a change-order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compliance backlog waiting to surface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 Drift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modifications get executed in the field days before the paperwork catches up — pricing variance and unapproved line items pile up faster than anyone can review them.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26280" y="3337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Compliance Gaps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88620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of insurance lapse mid-project. Nobody is watching every sub's coverage window across every active job at once.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3317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75320" y="3337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Job-Cost Blind Spots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88620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Cost-to-budget variance shows up in a month-end report — long after the crew poured the extra yards or the sub billed out-of-scope work.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hypothetical — it's the same shape of exposure every GC portfolio carries. What's missing isn't more paperwork tools. It's something watching all of it at once.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Don't pitch this as “another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construction management tool.”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9601200" cy="2103120"/>
          </a:xfrm>
          <a:prstGeom prst="roundRect">
            <a:avLst>
              <a:gd name="adj" fmla="val 5217"/>
            </a:avLst>
          </a:prstGeom>
          <a:solidFill>
            <a:srgbClr val="2B2E33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43200"/>
            <a:ext cx="8869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PMs already catch change-order and compliance problems — eventually.
</a:t>
            </a:r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the same team a war room that flags it the moment it lands, not at month-end.”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framing puts the existing project team at the center of the win — not a replacement pitch. Procore tracks it, Sage stores it, QuickBooks invoices it. None of them tell the team what to do next. TSM does.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TSM Construction OS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actually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166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4963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 War Room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880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change order, compliance document, or vendor file — the engine classifies it, extracts key terms, and scores exposure in seconds.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2331720"/>
            <a:ext cx="5166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🚩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95160" y="24963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880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price variances, missing scopes, unapproved line items, and expiring vendor insurance automatically, no manual review queue.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166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43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370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/ BNCA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7548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Best-Next-Course-of-Action synthesis — a ranked recommendation with reasoning, not just a flagged document.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4206240"/>
            <a:ext cx="5166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343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💵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95160" y="4370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47548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exposure, exception queue, and Business Impact Delta rolled up live — the dollar value protected, not just data displayed.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working platform,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demonstrated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0A0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35000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order or compliance document is uploaded to the War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F0A0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31012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 Engine classifies it and scores price variance, scope gaps, or expiring coverage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F0A03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427024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 recommends the next action with reasoning attached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F0A03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230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Portal updates Total Exposure and Business Impact Delta the moment it closes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is worth 15 minutes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B2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 a project executive's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134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134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22860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orders don't wait for month-end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74320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cost-to-budget report surfaces a variance, the crew has already executed the scope change — the recovery window has already closed.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47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5204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is a single missed renewal away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97764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expired vendor certificate discovered after a claim is far more expensive than one flagged before it lapses.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823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782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7548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team doesn't need more headcount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521208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 layer that watches every open change order and every vendor file continuously — something no PM has time to do by hand.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Start with the person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owns the exposure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2B2E33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MEETING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Executive / Controller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change-order approval and job-cost variance day to day — feels this problem directly, every project cycle.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2B2E33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Operations / CFO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4160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in once a pilot project shows recovered exposure and time saved reviewing change orders.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2B2E33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7532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7532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Systems Integration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4160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only after commercial interest is confirmed, to scope integration with existing accounting and PM systems.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first demo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portfolio rollout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walkthrough of War Room → Strategist → Executive Portal using a sample change order or compliance document. Goal: get a pilot.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3317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pilot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4069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project, 60–90 days, measured against current change-order turnaround and compliance review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33172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606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7532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&amp; commercial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4069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across remaining active projects under a platform agreement; scope deeper integration with existing systems.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F0A0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92024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 minutes with your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2F2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exposure owner.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scenario — a change order or compliance document coming in, getting scored, getting a recommended action, and closing out with the Executive Portal updating exposure in real time. No slideware, no roadmap talk. Just the workflow, working.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CONSTRUCTION OS  ·  AMERIS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2026-08-21T20:02:55Z</dcterms:created>
  <dcterms:modified xsi:type="dcterms:W3CDTF">2026-08-21T20:02:55Z</dcterms:modified>
</cp:coreProperties>
</file>