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82296" cy="1554480"/>
          </a:xfrm>
          <a:prstGeom prst="roundRect">
            <a:avLst>
              <a:gd name="adj" fmla="val 55556"/>
            </a:avLst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148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RCM 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Cross-Module Exceptions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· Vendor · Logistics — one ranked feed, live in the Executive tab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TSM-Consultz  ·  FinOps Suite  ·  Demo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rooms, three risk pictures — nobody sees all of it at once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11A2C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Desk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SOX, OIG/CMS, HIPAA flags — sits inside compliance.html, checked when someone remembers to look.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8745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11A2C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94560"/>
            <a:ext cx="822960" cy="82296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3920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Situation Room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disputes and incident detection — its own room, its own screen.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111A2C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2194560"/>
            <a:ext cx="822960" cy="822960"/>
          </a:xfrm>
          <a:prstGeom prst="ellipse">
            <a:avLst/>
          </a:prstGeom>
          <a:solidFill>
            <a:srgbClr val="1622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3920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200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Situation Room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657600"/>
            <a:ext cx="2788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exceptions — same story, different tab.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reading the Executive tab in RCM OS sees none of it — until now.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Connects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memory layer, already running in the browser — TSMMemory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6223A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000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Desk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20440" y="2272284"/>
            <a:ext cx="502920" cy="164592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9718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6223A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108960"/>
            <a:ext cx="594360" cy="5943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25160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7180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Situation Room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520440" y="3323844"/>
            <a:ext cx="502920" cy="164592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402336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6223A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3031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23360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Situation Room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520440" y="4375404"/>
            <a:ext cx="502920" cy="164592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19" name="Shape 14"/>
          <p:cNvSpPr/>
          <p:nvPr/>
        </p:nvSpPr>
        <p:spPr>
          <a:xfrm>
            <a:off x="4343400" y="233172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74920" y="2560320"/>
            <a:ext cx="822960" cy="8229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430" y="27578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434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TSMMemory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3434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registerAnomaly()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766560" y="3163824"/>
            <a:ext cx="502920" cy="164592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25" name="Shape 19"/>
          <p:cNvSpPr/>
          <p:nvPr/>
        </p:nvSpPr>
        <p:spPr>
          <a:xfrm>
            <a:off x="7223760" y="210312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16223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498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RCM OS — Executive Tab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98080" y="27889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open anomalies CRITICAL → HIGH → MEDIUM → LOW. CRITICAL opens a mission automatically.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relay domain, no new mission vertical — reuses infrastructure that already exists.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Four Clicks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track for each step is in the companion notes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16223A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Compliance Desk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Alerts fire on load — SOX, OIG/CMS, HIPAA register into memory instantly.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35808" y="3630168"/>
            <a:ext cx="182880" cy="146304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92024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16223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148840"/>
            <a:ext cx="502920" cy="50292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Vendor / Logistics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74720" y="3520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incident scenario in each situation room — anomalies register the same way.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33288" y="3630168"/>
            <a:ext cx="182880" cy="146304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192024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16223A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148840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7220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RCM OS → Executive tab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72200" y="3520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Exceptions block populates live — ranked by severity, no relay required.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30768" y="3630168"/>
            <a:ext cx="182880" cy="146304"/>
          </a:xfrm>
          <a:prstGeom prst="rightArrow">
            <a:avLst/>
          </a:prstGeom>
          <a:solidFill>
            <a:srgbClr val="243450"/>
          </a:solidFill>
          <a:ln/>
        </p:spPr>
      </p:sp>
      <p:sp>
        <p:nvSpPr>
          <p:cNvPr id="22" name="Shape 20"/>
          <p:cNvSpPr/>
          <p:nvPr/>
        </p:nvSpPr>
        <p:spPr>
          <a:xfrm>
            <a:off x="8641080" y="1920240"/>
            <a:ext cx="2468880" cy="3566160"/>
          </a:xfrm>
          <a:prstGeom prst="roundRect">
            <a:avLst>
              <a:gd name="adj" fmla="val 4444"/>
            </a:avLst>
          </a:prstGeom>
          <a:solidFill>
            <a:srgbClr val="16223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69680" y="21488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69680" y="2834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at the CRITICAL item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869680" y="3520440"/>
            <a:ext cx="20116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already opened a mission in Mission Core — no extra click needed.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Doesn’t Wait for a Human to Notice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16223A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914400" cy="91440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20482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anomaly detected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"SOX Mapping Endpoint Failure — $240K penalty exposure"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Core (TSMMissionModel + TSMMissionStore) opens a mission automatically — vertical: finops, priority: Critical.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46304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16223A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914400" cy="91440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0482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874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by design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88036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id is derived from the anomaly id — reopening the Executive tab updates the same mission instead of spawning duplicates.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46520" y="41605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mission runtime every other vertical already uses — Healthcare, BPO, Legal, Honeywell. Nothing new to learn.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— and Isn’t —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6223A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3DD6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anomaly records, not mock data — id, severity, source, timestamp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Live-ranked in the Executive tab, no manual refresh logic needed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CRITICAL items open real missions in Mission 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297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Reuses existing relay/mission infrastructure — zero new domains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46304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6223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ISN’T (yet)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22402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Server-synced — data lives in browser localStorage, per machine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fresh browser sees nothing until it visits Compliance / Vendor / Logistics once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611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resolution workflow — anomalies don’t auto-clear when fixed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4297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E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Covering every vertical yet — finops sector only, for now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223A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0720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workflow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anomaly be marked resolved from the Executive tab itself, not just the source room.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223A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20720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880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Server-synced memory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17720" y="33375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TSMMemory off localStorage so exceptions are visible across machines, not just one browser.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6223A"/>
          </a:solidFill>
          <a:ln w="12700">
            <a:solidFill>
              <a:srgbClr val="24345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66760" y="1874520"/>
            <a:ext cx="822960" cy="822960"/>
          </a:xfrm>
          <a:prstGeom prst="ellipse">
            <a:avLst/>
          </a:prstGeom>
          <a:solidFill>
            <a:srgbClr val="111A2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0720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880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sectors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366760" y="33375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extends to Healthcare, Legal, and Construction the moment their situation rooms register anomalies the same way.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feat/mission-preview-phase4 → main  ·  live now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2026-08-01T03:57:51Z</dcterms:created>
  <dcterms:modified xsi:type="dcterms:W3CDTF">2026-08-01T03:57:51Z</dcterms:modified>
</cp:coreProperties>
</file>