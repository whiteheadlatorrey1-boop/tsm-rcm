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</p:sp>
      <p:pic>
        <p:nvPicPr>
          <p:cNvPr id="3" name="Image 0" descr="icon_hospital_w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692640" y="448056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A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HONORHEALTH  ×  TSM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78892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Cycle Intelligence,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Claim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47091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AI-native operations layer for denial management, revenue recovery,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7D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financial visibility — built for how HonorHealth actually runs revenue cycle.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ENVIRONMENT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HonorHealth is scaling fast — and revenue cycle is the seam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E4EFEE"/>
          </a:solidFill>
          <a:ln/>
        </p:spPr>
      </p:sp>
      <p:pic>
        <p:nvPicPr>
          <p:cNvPr id="5" name="Image 0" descr="icon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Integration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acquisition of multiple Arizona hospital campuses means new payer contracts, new billing systems, and new denial patterns to reconcile.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5112" y="19659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E4EFEE"/>
          </a:solidFill>
          <a:ln/>
        </p:spPr>
      </p:sp>
      <p:pic>
        <p:nvPicPr>
          <p:cNvPr id="9" name="Image 1" descr="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33172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5152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Pressure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45152" y="37490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swung from negative territory back to a multi-million-dollar gain in a single cycle — proof that RCM performance moves the bottom line directly.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01584" y="19659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E4EFEE"/>
          </a:solidFill>
          <a:ln/>
        </p:spPr>
      </p:sp>
      <p:pic>
        <p:nvPicPr>
          <p:cNvPr id="13" name="Image 2" descr="icon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33172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21624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Cash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421624" y="37490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acquired facility that isn’t yet standardized on RCM workflow is dollars sitting in AR longer than they need to.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 RCM OS  ·  HonorHealth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REFRAME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pitch this as “another RCM vendor.”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13E4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880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team already fights denials one claim at a time.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4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give the war room a brain, so the same team recovers more, faster, with less manual chasing.”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framing puts HonorHealth’s own RCM staff at the center of the win — not a replacement pitch.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 RCM OS  ·  HonorHealth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TSM RCM OS actually does</a:t>
            </a:r>
            <a:endParaRPr lang="en-US" sz="3000" dirty="0"/>
          </a:p>
        </p:txBody>
      </p:sp>
      <p:pic>
        <p:nvPicPr>
          <p:cNvPr id="4" name="Image 0" descr="icon_fileMed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874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War Room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7320" y="23317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queue of denials/underpayments with severity scoring and root-cause tagging as they arrive.</a:t>
            </a:r>
            <a:endParaRPr lang="en-US" sz="1250" dirty="0"/>
          </a:p>
        </p:txBody>
      </p:sp>
      <p:pic>
        <p:nvPicPr>
          <p:cNvPr id="7" name="Image 1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86600" y="1874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086600" y="23317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next-best-action per claim — appeal, write-off, or escalate — with confidence and explainability.</a:t>
            </a:r>
            <a:endParaRPr lang="en-US" sz="1250" dirty="0"/>
          </a:p>
        </p:txBody>
      </p:sp>
      <p:pic>
        <p:nvPicPr>
          <p:cNvPr id="10" name="Image 2" descr="icon_moneyB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4023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Intelligence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417320" y="4480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Revenue-at-risk, DSO, and appeal win-rate rolled up in real time, not month-end.</a:t>
            </a:r>
            <a:endParaRPr lang="en-US" sz="1250" dirty="0"/>
          </a:p>
        </p:txBody>
      </p:sp>
      <p:pic>
        <p:nvPicPr>
          <p:cNvPr id="13" name="Image 3" descr="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06908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86600" y="4023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Portal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086600" y="4480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view for RCM leadership: recovery trend, exposure, and where dollars are stuck.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 RCM OS  ·  HonorHealth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platform, demonstrated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31343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arrives → War Room auto-classifies and scores severity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172968"/>
            <a:ext cx="457200" cy="457200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31546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Strategist recommends the next action with a confidence level and reasoning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4014216"/>
            <a:ext cx="457200" cy="457200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995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is logged as a Mission — owner, deadline, and outcome tracked end to end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457200" cy="457200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83717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Portal updates recovery, exposure, and DSO the moment the mission closes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 RCM OS  ·  HonorHealth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lands now, not later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73152" cy="1143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Newly acquired facilities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937760" y="19202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arrives with its own legacy denial backlog — exactly the workload a war room is built for.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73152" cy="1143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37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recovery is fragile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0" y="33375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bad payer quarter can erase the gain HonorHealth just fought to post — leadership is watching RCM closely right now.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73152" cy="1143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754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bandwidth is finite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37760" y="47548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didn’t grow at the same rate as claim volume from the new campuses — the team needs leverage, not more hires.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 RCM OS  ·  HonorHealth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TO TARGET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person who owns the pain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13E40"/>
          </a:solidFill>
          <a:ln/>
        </p:spPr>
      </p:sp>
      <p:pic>
        <p:nvPicPr>
          <p:cNvPr id="5" name="Image 0" descr="icon_handshak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Cycle Manager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 Montee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D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meeting. Owns day-to-day denial and AR performance — feels this problem directly, every day.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9659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13E40"/>
          </a:solidFill>
          <a:ln/>
        </p:spPr>
      </p:sp>
      <p:pic>
        <p:nvPicPr>
          <p:cNvPr id="10" name="Image 1" descr="icon_handshak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2860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152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Revenue Cycle / CFO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5152" y="36118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D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2. Brought in once the manager-level pilot shows recovered dollars and time saved.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01584" y="19659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13E40"/>
          </a:solidFill>
          <a:ln/>
        </p:spPr>
      </p:sp>
      <p:pic>
        <p:nvPicPr>
          <p:cNvPr id="14" name="Image 2" descr="icon_handshak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2860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21624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/ Systems Integration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421624" y="36118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D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3. Engaged only after commercial interest is confirmed, to scope EHR/clearinghouse integration.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 RCM OS  ·  HonorHealth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demo to enterprise rollout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E4EFEE"/>
          </a:solidFill>
          <a:ln/>
        </p:spPr>
      </p:sp>
      <p:pic>
        <p:nvPicPr>
          <p:cNvPr id="5" name="Image 0" descr="icon_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1089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34015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demo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walkthrough of War Room → Strategist → Executive Portal using a HonorHealth-style denial scenario. Goal: get a pilot.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9659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E4EFEE"/>
          </a:solidFill>
          <a:ln/>
        </p:spPr>
      </p:sp>
      <p:pic>
        <p:nvPicPr>
          <p:cNvPr id="10" name="Image 1" descr="icon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28600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152" y="31089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45152" y="34015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pilot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45152" y="39319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facility or payer segment, 60–90 days, measured against current denial recovery rate and days-to-resolve.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9659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E4EFEE"/>
          </a:solidFill>
          <a:ln/>
        </p:spPr>
      </p:sp>
      <p:pic>
        <p:nvPicPr>
          <p:cNvPr id="15" name="Image 2" descr="icon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28600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21624" y="31089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421624" y="34015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&amp; commercial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21624" y="39319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across remaining facilities under a SaaS module agreement; discuss deeper platform integration.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 RCM OS  ·  HonorHealth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shield_w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9601200" y="82296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2606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 with Dee Montee.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3611880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D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live scenario — a denial coming in, getting scored, getting a recommended action, and closing out with the Executive Portal updating in real time. No slideware, no roadmap talk. Just the workflow HonorHealth’s RCM team lives in every day, working.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 RCM OS  ·  HonorHealth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2026-07-28T13:54:23Z</dcterms:created>
  <dcterms:modified xsi:type="dcterms:W3CDTF">2026-07-28T13:54:23Z</dcterms:modified>
</cp:coreProperties>
</file>